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2203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743200" cy="2743200"/>
          </a:xfrm>
          <a:prstGeom prst="ellipse">
            <a:avLst/>
          </a:prstGeom>
          <a:solidFill>
            <a:srgbClr val="2AA19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1  •  FINAL YEAR B.TECH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NexusERP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Inventory &amp; Sales Forecasting System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Business ERP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 Jyothi College of Engineering (Autonomous), Erumely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Albin Joseph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7665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rely on manual or spreadsheet inventory tracking, leading to overstocking and stockouts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affordable, easy-to-use ERP tool with built-in demand intelligence exists for small business owners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NexusERP: a lightweight, web-based ERP combining core operations with AI-driven demand forecasting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help non-technical owners make data-backed stocking decisions in real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234440"/>
            <a:ext cx="3749040" cy="27432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18745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inventory control is a top cause of small-business margin loss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forecasting is slow and error-prone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advisory layer needs zero extra staff effort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2834640"/>
        </p:xfrm>
        <a:graphic>
          <a:graphicData uri="http://schemas.openxmlformats.org/drawingml/2006/table">
            <a:tbl>
              <a:tblPr/>
              <a:tblGrid>
                <a:gridCol w="1900000"/>
                <a:gridCol w="900000"/>
                <a:gridCol w="2500000"/>
                <a:gridCol w="2790680"/>
                <a:gridCol w="2790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 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Silva et al.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RF, XGBoost, SARIMA, Holt-Winters, CRITIC scoring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Systematic model selection per SKU; robust benchmarking across algorithms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computational cost; requires large historical data; limited SME focus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Goulart et al.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AutoML: DeepAR+, Prophet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pipeline reduces manual tuning; scalable for SMEs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Black-box nature limits interpretability; dependent on data quality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Basavaraju et al.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planning integrated with ERP systems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links forecasting to ERP workflows; achieves ~90% MAPE accuracy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to large ERP setups; not designed for lightweight SME deployment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Douaioui et al.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LSTM, RF, XGBoost (systematic review)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best-performing models for inventory; highlights AI potential in SCM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only — no implementation; gap in SME-specific AI adoption remains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43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480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optimizes forecasting accuracy (RF/XGBoost/AutoML) or links demand planning to ERP, but none combine both in one lightweight, affordable package for small businesses.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identified: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AI-driven, ERP-integrated forecasting tool purpose-built for small businesses — the focus of NexusERP.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 — Technical &amp; Economic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React.js, FastAPI, Firebase (Auth/Firestore), Python — mature, well-documented stack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Prophet handles time-series forecasting with minimal tuning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open-source; no proprietary licensing risk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team expertise across the stack lowers ramp-up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for development — entirely open-source toolchain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Free Tier sufficient for deployment and prototyping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paid APIs or licensed forecasting models required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ongoing hosting cost keeps the tool affordable for small businesses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Study — Operational &amp; Schedule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solves overstocking / stockout pain points for small businesses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UI enables adoption by non-tech-savvy owners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functions as an advisory layer, not a mandatory workflow step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training needed — mirrors familiar spreadsheet-style workflows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restricted to essential ERP modules + AI forecasting only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development plan keeps deliverables on track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 underway now; AI layer integration follows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completion: October / November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 — Functional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3075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1307592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login, secure JWT-based sessions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350008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240280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/ edit / delete products, real-time stock tracking, low-stock alerts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282696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17296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3172968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daily sales, auto-deduct inventory, maintain sales history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32504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215384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10565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Forecasting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4105656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historical data, run Prophet, predict demand, compute MAE / MAPE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965192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48072"/>
            <a:ext cx="457200" cy="45720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0383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77640" y="5038344"/>
            <a:ext cx="7360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metrics, visual forecast charts, basic invoices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 — Non-Functional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load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≤5s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generation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target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2344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A1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2057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bcrypt password hashing for all stored credentials, plus JWT session expiry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Usability: responsive UI tested across desktop and mobile viewports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 99% uptime target for core ERP operations during business hours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Maintainability: modular 3-tier architecture separating UI, logic, and data layers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 stateless API layer allows horizontal scaling as product catalog grows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7498080" cy="841248"/>
          </a:xfrm>
          <a:prstGeom prst="roundRect">
            <a:avLst>
              <a:gd name="adj" fmla="val 8696"/>
            </a:avLst>
          </a:prstGeom>
          <a:solidFill>
            <a:srgbClr val="2AA19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261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Inventory UI · Sales 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43984" y="2048256"/>
            <a:ext cx="256032" cy="21945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86000"/>
            <a:ext cx="7498080" cy="841248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2359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724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22860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 · Auth · Business logic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43984" y="3145536"/>
            <a:ext cx="256032" cy="21945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383280"/>
            <a:ext cx="7498080" cy="841248"/>
          </a:xfrm>
          <a:prstGeom prst="roundRect">
            <a:avLst>
              <a:gd name="adj" fmla="val 8696"/>
            </a:avLst>
          </a:prstGeom>
          <a:solidFill>
            <a:srgbClr val="5B4B8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34564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822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Prophet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· Demand forecasting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43984" y="4242816"/>
            <a:ext cx="256032" cy="21945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480560"/>
            <a:ext cx="7498080" cy="841248"/>
          </a:xfrm>
          <a:prstGeom prst="roundRect">
            <a:avLst>
              <a:gd name="adj" fmla="val 8696"/>
            </a:avLst>
          </a:prstGeom>
          <a:solidFill>
            <a:srgbClr val="8A5B3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45537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919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(Firestore)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448056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storage · Authentication (Firebase Auth + Firestore NoSQL)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8240" y="1188720"/>
            <a:ext cx="2743200" cy="4133088"/>
          </a:xfrm>
          <a:prstGeom prst="roundRect">
            <a:avLst>
              <a:gd name="adj" fmla="val 2667"/>
            </a:avLst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0" y="169164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calls REST API over JSON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applies auth + business logic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data sent to Prophet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persisted &amp; returned to UI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Forecast Generation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7512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sends request via JSON / REST to API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496312"/>
            <a:ext cx="219456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2889504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A198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9232" y="2286000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queries DB for historical sales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73752" y="2496312"/>
            <a:ext cx="219456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5111496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21224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21224" y="2286000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sent to preprocessing pipeline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95744" y="2496312"/>
            <a:ext cx="219456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33488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AA198"/>
          </a:solidFill>
          <a:ln/>
        </p:spPr>
      </p:sp>
      <p:sp>
        <p:nvSpPr>
          <p:cNvPr id="17" name="Text 15"/>
          <p:cNvSpPr/>
          <p:nvPr/>
        </p:nvSpPr>
        <p:spPr>
          <a:xfrm>
            <a:off x="7443216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43216" y="2286000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model generates demand forecast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17736" y="2496312"/>
            <a:ext cx="219456" cy="219456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665208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65208" y="2286000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returned to business logic and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9319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69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connecting the React frontend through FastAPI business logic to the Prophet-based AI forecasting layer, closing the loop back to the dashboard in under 5 seconds.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NexusERP addresses a validated gap: affordable, AI-integrated ERP for small businesses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confirmed across technical, economic, operational, and schedule dimensions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and 3-tier architecture finalized ahead of implementation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phase: build core modules, train and validate the Prophet forecasting model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functional prototype ready for Review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36576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2AA198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3977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F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2026-08-14T14:02:46Z</dcterms:created>
  <dcterms:modified xsi:type="dcterms:W3CDTF">2026-08-14T14:02:46Z</dcterms:modified>
</cp:coreProperties>
</file>